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9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3E43737-A683-0355-7248-9A70D7B23700}" v="12" dt="2025-05-06T22:11:52.469"/>
    <p1510:client id="{3822359A-3DF7-E9DE-848E-A97C697CA34B}" v="124" dt="2025-05-08T04:37:53.44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/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09A1C012-8297-4361-ACE8-A2509FB18911}"/>
              </a:ext>
            </a:extLst>
          </p:cNvPr>
          <p:cNvSpPr/>
          <p:nvPr/>
        </p:nvSpPr>
        <p:spPr>
          <a:xfrm>
            <a:off x="0" y="4206240"/>
            <a:ext cx="12192000" cy="265176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4EC2572-8518-46FF-8F60-FE2963DF4A6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60120" y="640080"/>
            <a:ext cx="10268712" cy="3227832"/>
          </a:xfrm>
        </p:spPr>
        <p:txBody>
          <a:bodyPr anchor="b">
            <a:normAutofit/>
          </a:bodyPr>
          <a:lstStyle>
            <a:lvl1pPr algn="ctr">
              <a:defRPr sz="8800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7A0C76A-7715-48A4-8CF5-14BBF61962A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60120" y="4526280"/>
            <a:ext cx="10268712" cy="1508760"/>
          </a:xfrm>
        </p:spPr>
        <p:txBody>
          <a:bodyPr>
            <a:normAutofit/>
          </a:bodyPr>
          <a:lstStyle>
            <a:lvl1pPr marL="0" indent="0" algn="ctr">
              <a:buNone/>
              <a:defRPr sz="3600" baseline="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11" name="Date Placeholder 10">
            <a:extLst>
              <a:ext uri="{FF2B5EF4-FFF2-40B4-BE49-F238E27FC236}">
                <a16:creationId xmlns:a16="http://schemas.microsoft.com/office/drawing/2014/main" id="{52D4EF84-F7DF-49C5-9285-301284ADB9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algn="r"/>
            <a:fld id="{A37D6D71-8B28-4ED6-B932-04B197003D23}" type="datetimeFigureOut">
              <a:rPr lang="en-US" dirty="0"/>
              <a:pPr algn="r"/>
              <a:t>5/8/2025</a:t>
            </a:fld>
            <a:endParaRPr lang="en-US"/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81266E04-79AF-49EF-86BC-DB29D304BB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>
              <a:solidFill>
                <a:schemeClr val="bg1"/>
              </a:solidFill>
            </a:endParaRPr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90DF5B53-9A9A-46CE-A910-25ADA58753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algn="l"/>
            <a:fld id="{F97E8200-1950-409B-82E7-99938E7AE355}" type="slidenum">
              <a:rPr lang="en-US" dirty="0"/>
              <a:pPr algn="l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118571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380910-921F-4143-AB01-0F0AFC2908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0182FC-5A0B-4C24-A6ED-990ED5BA908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B6172F4-3DB0-4AE3-8926-081B78034C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/>
            <a:fld id="{A37D6D71-8B28-4ED6-B932-04B197003D23}" type="datetimeFigureOut">
              <a:rPr lang="en-US" dirty="0"/>
              <a:pPr algn="r"/>
              <a:t>5/8/2025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25F1358-C731-465B-BCB1-2CCBFD6ECF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schemeClr val="tx1"/>
              </a:solidFill>
            </a:endParaRP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8D59536-57D3-4C8A-A207-568465A32E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/>
            <a:fld id="{F97E8200-1950-409B-82E7-99938E7AE355}" type="slidenum">
              <a:rPr lang="en-US" dirty="0"/>
              <a:pPr algn="l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367949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B81E0804-8E9E-4C6E-B18D-44FE715B239E}"/>
              </a:ext>
            </a:extLst>
          </p:cNvPr>
          <p:cNvSpPr/>
          <p:nvPr/>
        </p:nvSpPr>
        <p:spPr>
          <a:xfrm>
            <a:off x="0" y="0"/>
            <a:ext cx="12192000" cy="4224973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C278AA1-17A5-44BF-8791-EACDA31F5D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0120" y="768096"/>
            <a:ext cx="10268712" cy="3136392"/>
          </a:xfrm>
        </p:spPr>
        <p:txBody>
          <a:bodyPr anchor="b">
            <a:normAutofit/>
          </a:bodyPr>
          <a:lstStyle>
            <a:lvl1pPr>
              <a:defRPr sz="7200" baseline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01203A5-DA79-4778-AB85-15036574849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60120" y="4544568"/>
            <a:ext cx="10268712" cy="1545336"/>
          </a:xfrm>
        </p:spPr>
        <p:txBody>
          <a:bodyPr>
            <a:normAutofit/>
          </a:bodyPr>
          <a:lstStyle>
            <a:lvl1pPr marL="0" indent="0">
              <a:buNone/>
              <a:defRPr sz="36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Date Placeholder 8">
            <a:extLst>
              <a:ext uri="{FF2B5EF4-FFF2-40B4-BE49-F238E27FC236}">
                <a16:creationId xmlns:a16="http://schemas.microsoft.com/office/drawing/2014/main" id="{CE3B1B5E-0912-44AE-BAED-70B980E539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/>
            <a:fld id="{A37D6D71-8B28-4ED6-B932-04B197003D23}" type="datetimeFigureOut">
              <a:rPr lang="en-US" dirty="0"/>
              <a:pPr algn="r"/>
              <a:t>5/8/2025</a:t>
            </a:fld>
            <a:endParaRPr lang="en-US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346C82F1-A7B2-4F03-A26B-59D79BF5BF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schemeClr val="tx1"/>
              </a:solidFill>
            </a:endParaRPr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B1DC1ABC-47A9-477B-A29D-F6690EE6B5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/>
            <a:fld id="{F97E8200-1950-409B-82E7-99938E7AE355}" type="slidenum">
              <a:rPr lang="en-US" dirty="0"/>
              <a:pPr algn="l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457699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35F398-F05F-4793-9FA5-5B817EB95A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17F1CD-2CD4-4BBB-AB36-73A20B1A8D6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960120" y="2587752"/>
            <a:ext cx="4815840" cy="359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67BBE02-B884-4CCC-9CBD-13B792BBA2B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412992" y="2583371"/>
            <a:ext cx="4815840" cy="359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Date Placeholder 11">
            <a:extLst>
              <a:ext uri="{FF2B5EF4-FFF2-40B4-BE49-F238E27FC236}">
                <a16:creationId xmlns:a16="http://schemas.microsoft.com/office/drawing/2014/main" id="{B7FBE509-AA68-4D63-A589-AD5DE7FFFE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/>
            <a:fld id="{A37D6D71-8B28-4ED6-B932-04B197003D23}" type="datetimeFigureOut">
              <a:rPr lang="en-US" dirty="0"/>
              <a:pPr algn="r"/>
              <a:t>5/8/2025</a:t>
            </a:fld>
            <a:endParaRPr lang="en-US"/>
          </a:p>
        </p:txBody>
      </p:sp>
      <p:sp>
        <p:nvSpPr>
          <p:cNvPr id="13" name="Footer Placeholder 12">
            <a:extLst>
              <a:ext uri="{FF2B5EF4-FFF2-40B4-BE49-F238E27FC236}">
                <a16:creationId xmlns:a16="http://schemas.microsoft.com/office/drawing/2014/main" id="{9C1A4D52-57E4-4F45-BC2C-9FD73E9CEC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schemeClr val="tx1"/>
              </a:solidFill>
            </a:endParaRPr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E76AD5E1-358D-4236-85AE-74713259EF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/>
            <a:fld id="{F97E8200-1950-409B-82E7-99938E7AE355}" type="slidenum">
              <a:rPr lang="en-US" dirty="0"/>
              <a:pPr algn="l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868420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287D32C-166A-4FBE-B24D-C2576909542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60121" y="2587752"/>
            <a:ext cx="4818888" cy="892048"/>
          </a:xfrm>
        </p:spPr>
        <p:txBody>
          <a:bodyPr anchor="ctr"/>
          <a:lstStyle>
            <a:lvl1pPr marL="0" indent="0">
              <a:buNone/>
              <a:defRPr sz="2600" b="0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A9EC567-F249-462A-B71A-9C40D50E26A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960120" y="3594538"/>
            <a:ext cx="4818888" cy="258680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BB7D2C6-69D1-4DE4-BF68-5FB0623DB9E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409944" y="2587752"/>
            <a:ext cx="4818888" cy="892048"/>
          </a:xfrm>
        </p:spPr>
        <p:txBody>
          <a:bodyPr anchor="ctr"/>
          <a:lstStyle>
            <a:lvl1pPr marL="0" indent="0">
              <a:buNone/>
              <a:defRPr sz="2600" b="0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3367CC7-ED09-4F8D-A39A-C5969D33B9F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409944" y="3594538"/>
            <a:ext cx="4818888" cy="258680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Date Placeholder 9">
            <a:extLst>
              <a:ext uri="{FF2B5EF4-FFF2-40B4-BE49-F238E27FC236}">
                <a16:creationId xmlns:a16="http://schemas.microsoft.com/office/drawing/2014/main" id="{5F92A44F-DE98-4FB5-B474-5DCCDD267A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/>
            <a:fld id="{A37D6D71-8B28-4ED6-B932-04B197003D23}" type="datetimeFigureOut">
              <a:rPr lang="en-US" dirty="0"/>
              <a:pPr algn="r"/>
              <a:t>5/8/2025</a:t>
            </a:fld>
            <a:endParaRPr lang="en-US"/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3ACC79DA-A9E4-4E93-93F1-81907A901B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schemeClr val="tx1"/>
              </a:solidFill>
            </a:endParaRPr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404DFE57-AA80-4ED8-AD77-35CC56F3FB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/>
            <a:fld id="{F97E8200-1950-409B-82E7-99938E7AE355}" type="slidenum">
              <a:rPr lang="en-US" dirty="0"/>
              <a:pPr algn="l"/>
              <a:t>‹#›</a:t>
            </a:fld>
            <a:endParaRPr lang="en-US"/>
          </a:p>
        </p:txBody>
      </p:sp>
      <p:sp>
        <p:nvSpPr>
          <p:cNvPr id="13" name="Title 12">
            <a:extLst>
              <a:ext uri="{FF2B5EF4-FFF2-40B4-BE49-F238E27FC236}">
                <a16:creationId xmlns:a16="http://schemas.microsoft.com/office/drawing/2014/main" id="{FB62259C-ADDF-4293-AD3B-AB2E04A748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33612965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BC7BA0-DC57-452F-85B7-C979AA6909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F1C53797-8D72-4774-AC93-EB9FDD650C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/>
            <a:fld id="{A37D6D71-8B28-4ED6-B932-04B197003D23}" type="datetimeFigureOut">
              <a:rPr lang="en-US" dirty="0"/>
              <a:pPr algn="r"/>
              <a:t>5/8/2025</a:t>
            </a:fld>
            <a:endParaRPr lang="en-US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9E945AB7-1A32-4516-ABF9-B40958AE2E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schemeClr val="tx1"/>
              </a:solidFill>
            </a:endParaRP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B22923C3-1D67-4089-A6B1-9A10315E80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/>
            <a:fld id="{F97E8200-1950-409B-82E7-99938E7AE355}" type="slidenum">
              <a:rPr lang="en-US" dirty="0"/>
              <a:pPr algn="l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181030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C0A8DC1-14F6-453B-A724-D6493F063F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/>
            <a:fld id="{A37D6D71-8B28-4ED6-B932-04B197003D23}" type="datetimeFigureOut">
              <a:rPr lang="en-US" dirty="0"/>
              <a:pPr algn="r"/>
              <a:t>5/8/2025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6E63FF0-1A91-4698-B12A-112D053735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schemeClr val="tx1"/>
              </a:solidFill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E066D53-44B3-4F04-93FD-9756A60139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/>
            <a:fld id="{F97E8200-1950-409B-82E7-99938E7AE355}" type="slidenum">
              <a:rPr lang="en-US" dirty="0"/>
              <a:pPr algn="l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500385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83A0FE-F7E3-433E-9A29-D778690D223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2591850"/>
            <a:ext cx="6045644" cy="3593592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794B15D-55F5-4208-AF40-41CAFEB56F4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960120" y="2591850"/>
            <a:ext cx="3811905" cy="3277137"/>
          </a:xfrm>
        </p:spPr>
        <p:txBody>
          <a:bodyPr anchor="ctr">
            <a:normAutofit/>
          </a:bodyPr>
          <a:lstStyle>
            <a:lvl1pPr marL="0" indent="0">
              <a:buNone/>
              <a:defRPr sz="2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E8A46CE7-2F0F-4C85-B633-B9FCB8347A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/>
            <a:fld id="{A37D6D71-8B28-4ED6-B932-04B197003D23}" type="datetimeFigureOut">
              <a:rPr lang="en-US" dirty="0"/>
              <a:pPr algn="r"/>
              <a:t>5/8/2025</a:t>
            </a:fld>
            <a:endParaRPr lang="en-US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D0900919-3A73-4918-9D97-8DBE7ABB7A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schemeClr val="tx1"/>
              </a:solidFill>
            </a:endParaRP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8BC1001-E44E-4A9A-9E60-2E319A844F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/>
            <a:fld id="{F97E8200-1950-409B-82E7-99938E7AE355}" type="slidenum">
              <a:rPr lang="en-US" dirty="0"/>
              <a:pPr algn="l"/>
              <a:t>‹#›</a:t>
            </a:fld>
            <a:endParaRPr lang="en-US"/>
          </a:p>
        </p:txBody>
      </p:sp>
      <p:sp>
        <p:nvSpPr>
          <p:cNvPr id="11" name="Title 10">
            <a:extLst>
              <a:ext uri="{FF2B5EF4-FFF2-40B4-BE49-F238E27FC236}">
                <a16:creationId xmlns:a16="http://schemas.microsoft.com/office/drawing/2014/main" id="{A125AC31-022C-40AA-B65C-C9AC48395A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45309247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797A575-703F-410E-9A84-F9B578FEAE80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0" y="2267712"/>
            <a:ext cx="6571469" cy="4590288"/>
          </a:xfrm>
          <a:solidFill>
            <a:schemeClr val="bg1">
              <a:lumMod val="85000"/>
            </a:schemeClr>
          </a:solidFill>
          <a:ln>
            <a:noFill/>
          </a:ln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518B509-934D-400A-A922-45B61AC6EDD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235971" y="2587752"/>
            <a:ext cx="3992856" cy="3593592"/>
          </a:xfrm>
        </p:spPr>
        <p:txBody>
          <a:bodyPr anchor="ctr">
            <a:normAutofit/>
          </a:bodyPr>
          <a:lstStyle>
            <a:lvl1pPr marL="0" indent="0">
              <a:buNone/>
              <a:defRPr sz="2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99813C51-6954-4F3A-A043-D1BCC8B50F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/>
            <a:fld id="{A37D6D71-8B28-4ED6-B932-04B197003D23}" type="datetimeFigureOut">
              <a:rPr lang="en-US" dirty="0"/>
              <a:pPr algn="r"/>
              <a:t>5/8/2025</a:t>
            </a:fld>
            <a:endParaRPr lang="en-US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C0AC32FB-49A3-40E4-9D24-1775970436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  <a:effectLst>
                  <a:outerShdw blurRad="50800" dist="38100" dir="2700000" algn="tl" rotWithShape="0">
                    <a:prstClr val="black">
                      <a:alpha val="43000"/>
                    </a:prstClr>
                  </a:outerShdw>
                </a:effectLst>
              </a:defRPr>
            </a:lvl1pPr>
          </a:lstStyle>
          <a:p>
            <a:endParaRPr lang="en-US">
              <a:effectLst>
                <a:outerShdw blurRad="50800" dist="38100" dir="2700000" algn="tl" rotWithShape="0">
                  <a:prstClr val="black">
                    <a:alpha val="43000"/>
                  </a:prstClr>
                </a:outerShdw>
              </a:effectLst>
            </a:endParaRP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EC93F5E6-DAE6-447B-8038-5F4C9A799F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/>
            <a:fld id="{F97E8200-1950-409B-82E7-99938E7AE355}" type="slidenum">
              <a:rPr lang="en-US" dirty="0"/>
              <a:pPr algn="l"/>
              <a:t>‹#›</a:t>
            </a:fld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BFF97FB-514D-4FE8-A9A4-E9A111A56E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40651626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6327B9-64C6-4AFE-8E67-F60CD17A80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692656D-F600-4D76-8A0F-BDBE78759BD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6A13412-4939-4879-B91F-BB5B029B6C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/>
            <a:fld id="{A37D6D71-8B28-4ED6-B932-04B197003D23}" type="datetimeFigureOut">
              <a:rPr lang="en-US" dirty="0"/>
              <a:pPr algn="r"/>
              <a:t>5/8/2025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5237DB9-DE7D-4687-82D7-612600F06C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schemeClr val="tx1"/>
              </a:solidFill>
            </a:endParaRP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C819356-0444-4C23-82D3-E2FDE28D3D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/>
            <a:fld id="{F97E8200-1950-409B-82E7-99938E7AE355}" type="slidenum">
              <a:rPr lang="en-US" dirty="0"/>
              <a:pPr algn="l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135630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8EB51B7C-D548-4AB7-90A4-C196105E6D56}"/>
              </a:ext>
            </a:extLst>
          </p:cNvPr>
          <p:cNvSpPr/>
          <p:nvPr/>
        </p:nvSpPr>
        <p:spPr>
          <a:xfrm>
            <a:off x="7108274" y="0"/>
            <a:ext cx="5083725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>
            <a:extLst>
              <a:ext uri="{FF2B5EF4-FFF2-40B4-BE49-F238E27FC236}">
                <a16:creationId xmlns:a16="http://schemas.microsoft.com/office/drawing/2014/main" id="{32DC521B-8B54-4843-9FF4-B2C30FA0043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7751740" y="643467"/>
            <a:ext cx="3477092" cy="5533495"/>
          </a:xfrm>
        </p:spPr>
        <p:txBody>
          <a:bodyPr vert="eaVert" tIns="91440" bIns="91440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10E3F10-9E27-41E6-A965-4243E37BE3D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960120" y="643467"/>
            <a:ext cx="5504687" cy="5533496"/>
          </a:xfrm>
        </p:spPr>
        <p:txBody>
          <a:bodyPr vert="eaVert" tIns="91440" bIns="9144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341D62D-51A0-4AD7-8027-BF548FB6AAF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617898" y="6356350"/>
            <a:ext cx="2522798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algn="r"/>
            <a:fld id="{A37D6D71-8B28-4ED6-B932-04B197003D23}" type="datetimeFigureOut">
              <a:rPr lang="en-US" dirty="0"/>
              <a:pPr algn="r"/>
              <a:t>5/8/2025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5857492-A701-44A1-B1D5-7B2C8CD065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schemeClr val="tx1"/>
              </a:solidFill>
            </a:endParaRP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ED2E8AE-F1AA-4D19-A434-102501D3B4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algn="l"/>
            <a:fld id="{F97E8200-1950-409B-82E7-99938E7AE355}" type="slidenum">
              <a:rPr lang="en-US" dirty="0"/>
              <a:pPr algn="l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724332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1D153959-30FA-4987-A094-7243641F474B}"/>
              </a:ext>
            </a:extLst>
          </p:cNvPr>
          <p:cNvSpPr/>
          <p:nvPr/>
        </p:nvSpPr>
        <p:spPr>
          <a:xfrm>
            <a:off x="0" y="0"/>
            <a:ext cx="12192000" cy="226498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0216229-A6DB-436A-B327-667E80F0A5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0120" y="317814"/>
            <a:ext cx="10268712" cy="170078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B2B351D-270D-480D-8AF5-6A213ED2B3F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60120" y="2587752"/>
            <a:ext cx="10268712" cy="359359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1EB0E73-3310-4A8F-BB4A-7A6A99121A6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903720" y="6356350"/>
            <a:ext cx="323697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just">
              <a:defRPr sz="1200" spc="50" baseline="0">
                <a:solidFill>
                  <a:schemeClr val="tx1"/>
                </a:solidFill>
              </a:defRPr>
            </a:lvl1pPr>
          </a:lstStyle>
          <a:p>
            <a:pPr algn="r"/>
            <a:fld id="{A37D6D71-8B28-4ED6-B932-04B197003D23}" type="datetimeFigureOut">
              <a:rPr lang="en-US" dirty="0"/>
              <a:pPr algn="r"/>
              <a:t>5/8/2025</a:t>
            </a:fld>
            <a:endParaRPr lang="en-US" spc="5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381C4C0-515B-4404-A780-C31E7DFE54A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960120" y="6356350"/>
            <a:ext cx="550468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 cap="all" spc="50" baseline="0">
                <a:solidFill>
                  <a:schemeClr val="tx1"/>
                </a:solidFill>
              </a:defRPr>
            </a:lvl1pPr>
          </a:lstStyle>
          <a:p>
            <a:endParaRPr lang="en-US" spc="5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44C30C7-F013-428C-A6F7-A8CCCD14CEF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296144" y="6356350"/>
            <a:ext cx="93268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/>
                </a:solidFill>
              </a:defRPr>
            </a:lvl1pPr>
          </a:lstStyle>
          <a:p>
            <a:pPr algn="l"/>
            <a:fld id="{F97E8200-1950-409B-82E7-99938E7AE355}" type="slidenum">
              <a:rPr lang="en-US" dirty="0"/>
              <a:pPr algn="l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72798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99" r:id="rId1"/>
    <p:sldLayoutId id="2147483800" r:id="rId2"/>
    <p:sldLayoutId id="2147483801" r:id="rId3"/>
    <p:sldLayoutId id="2147483802" r:id="rId4"/>
    <p:sldLayoutId id="2147483803" r:id="rId5"/>
    <p:sldLayoutId id="2147483804" r:id="rId6"/>
    <p:sldLayoutId id="2147483805" r:id="rId7"/>
    <p:sldLayoutId id="2147483806" r:id="rId8"/>
    <p:sldLayoutId id="2147483807" r:id="rId9"/>
    <p:sldLayoutId id="2147483808" r:id="rId10"/>
    <p:sldLayoutId id="214748380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6600" kern="1200" cap="all" spc="120" baseline="0">
          <a:solidFill>
            <a:schemeClr val="bg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01000"/>
        </a:lnSpc>
        <a:spcBef>
          <a:spcPts val="700"/>
        </a:spcBef>
        <a:spcAft>
          <a:spcPts val="700"/>
        </a:spcAft>
        <a:buFont typeface="Arial" panose="020B0604020202020204" pitchFamily="34" charset="0"/>
        <a:buNone/>
        <a:defRPr sz="2600" kern="1200" spc="50" baseline="0">
          <a:solidFill>
            <a:schemeClr val="tx1"/>
          </a:solidFill>
          <a:latin typeface="+mn-lt"/>
          <a:ea typeface="+mn-ea"/>
          <a:cs typeface="+mn-cs"/>
        </a:defRPr>
      </a:lvl1pPr>
      <a:lvl2pPr marL="274320" indent="-274320" algn="l" defTabSz="914400" rtl="0" eaLnBrk="1" latinLnBrk="0" hangingPunct="1">
        <a:lnSpc>
          <a:spcPct val="101000"/>
        </a:lnSpc>
        <a:spcBef>
          <a:spcPts val="400"/>
        </a:spcBef>
        <a:spcAft>
          <a:spcPts val="400"/>
        </a:spcAft>
        <a:buClrTx/>
        <a:buFont typeface="Wingdings" panose="05000000000000000000" pitchFamily="2" charset="2"/>
        <a:buChar char="§"/>
        <a:defRPr sz="2300" kern="1200" spc="50" baseline="0">
          <a:solidFill>
            <a:schemeClr val="tx1"/>
          </a:solidFill>
          <a:latin typeface="+mn-lt"/>
          <a:ea typeface="+mn-ea"/>
          <a:cs typeface="+mn-cs"/>
        </a:defRPr>
      </a:lvl2pPr>
      <a:lvl3pPr marL="274320" indent="0" algn="l" defTabSz="914400" rtl="0" eaLnBrk="1" latinLnBrk="0" hangingPunct="1">
        <a:lnSpc>
          <a:spcPct val="101000"/>
        </a:lnSpc>
        <a:spcBef>
          <a:spcPts val="400"/>
        </a:spcBef>
        <a:spcAft>
          <a:spcPts val="400"/>
        </a:spcAft>
        <a:buFont typeface="Arial" panose="020B0604020202020204" pitchFamily="34" charset="0"/>
        <a:buNone/>
        <a:defRPr sz="1800" b="1" kern="1200" spc="50" baseline="0">
          <a:solidFill>
            <a:schemeClr val="tx1"/>
          </a:solidFill>
          <a:latin typeface="+mn-lt"/>
          <a:ea typeface="+mn-ea"/>
          <a:cs typeface="+mn-cs"/>
        </a:defRPr>
      </a:lvl3pPr>
      <a:lvl4pPr marL="594360" indent="-274320" algn="l" defTabSz="914400" rtl="0" eaLnBrk="1" latinLnBrk="0" hangingPunct="1">
        <a:lnSpc>
          <a:spcPct val="101000"/>
        </a:lnSpc>
        <a:spcBef>
          <a:spcPts val="400"/>
        </a:spcBef>
        <a:spcAft>
          <a:spcPts val="400"/>
        </a:spcAft>
        <a:buClrTx/>
        <a:buFont typeface="Wingdings" panose="05000000000000000000" pitchFamily="2" charset="2"/>
        <a:buChar char="§"/>
        <a:defRPr sz="1800" kern="1200" spc="50" baseline="0">
          <a:solidFill>
            <a:schemeClr val="tx1"/>
          </a:solidFill>
          <a:latin typeface="+mn-lt"/>
          <a:ea typeface="+mn-ea"/>
          <a:cs typeface="+mn-cs"/>
        </a:defRPr>
      </a:lvl4pPr>
      <a:lvl5pPr marL="594360" indent="0" algn="l" defTabSz="914400" rtl="0" eaLnBrk="1" latinLnBrk="0" hangingPunct="1">
        <a:lnSpc>
          <a:spcPct val="101000"/>
        </a:lnSpc>
        <a:spcBef>
          <a:spcPts val="400"/>
        </a:spcBef>
        <a:spcAft>
          <a:spcPts val="400"/>
        </a:spcAft>
        <a:buFont typeface="Arial" panose="020B0604020202020204" pitchFamily="34" charset="0"/>
        <a:buNone/>
        <a:defRPr sz="1800" b="1" kern="1200" spc="50" baseline="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/>
              <a:t>Byte Jumper</a:t>
            </a:r>
            <a:br>
              <a:rPr lang="en-US"/>
            </a:br>
            <a:r>
              <a:rPr lang="en-US" sz="4000">
                <a:ea typeface="+mj-lt"/>
                <a:cs typeface="+mj-lt"/>
              </a:rPr>
              <a:t>  O  </a:t>
            </a:r>
            <a:endParaRPr lang="en-US" sz="4000"/>
          </a:p>
          <a:p>
            <a:r>
              <a:rPr lang="en-US" sz="4000">
                <a:ea typeface="+mj-lt"/>
                <a:cs typeface="+mj-lt"/>
              </a:rPr>
              <a:t>/|\</a:t>
            </a:r>
            <a:endParaRPr lang="en-US" sz="4000"/>
          </a:p>
          <a:p>
            <a:r>
              <a:rPr lang="en-US" sz="4000">
                <a:ea typeface="+mj-lt"/>
                <a:cs typeface="+mj-lt"/>
              </a:rPr>
              <a:t>/ \</a:t>
            </a:r>
            <a:endParaRPr lang="en-US" sz="400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Ethan Eye, Aaron Villalobos, Ryan Craig</a:t>
            </a:r>
          </a:p>
        </p:txBody>
      </p:sp>
    </p:spTree>
    <p:extLst>
      <p:ext uri="{BB962C8B-B14F-4D97-AF65-F5344CB8AC3E}">
        <p14:creationId xmlns:p14="http://schemas.microsoft.com/office/powerpoint/2010/main" val="1098572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8E0CE2EF-8D0A-7E93-144A-C01D906178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0120" y="317814"/>
            <a:ext cx="10268712" cy="1700784"/>
          </a:xfrm>
        </p:spPr>
        <p:txBody>
          <a:bodyPr/>
          <a:lstStyle/>
          <a:p>
            <a:r>
              <a:rPr lang="en-US"/>
              <a:t>Byte Jumper  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DD9262D5-DF8B-3EED-A73E-9D9EEE7B8B2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960120" y="2587752"/>
            <a:ext cx="10559415" cy="3593592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457200" indent="-457200">
              <a:buChar char="•"/>
            </a:pPr>
            <a:r>
              <a:rPr lang="en-US"/>
              <a:t>Create a platforming game</a:t>
            </a:r>
          </a:p>
          <a:p>
            <a:pPr marL="457200" indent="-457200">
              <a:buChar char="•"/>
            </a:pPr>
            <a:r>
              <a:rPr lang="en-US"/>
              <a:t>The player jumps from platform to platform as the screen constantly scrolls</a:t>
            </a:r>
          </a:p>
          <a:p>
            <a:pPr marL="457200" indent="-457200">
              <a:buChar char="•"/>
            </a:pPr>
            <a:r>
              <a:rPr lang="en-US"/>
              <a:t>See how long you can last</a:t>
            </a:r>
          </a:p>
        </p:txBody>
      </p:sp>
    </p:spTree>
    <p:extLst>
      <p:ext uri="{BB962C8B-B14F-4D97-AF65-F5344CB8AC3E}">
        <p14:creationId xmlns:p14="http://schemas.microsoft.com/office/powerpoint/2010/main" val="241154938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F6D71D-99B7-FBAD-60C6-14A3D1F267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Why we chose... 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2E7945-B0CF-0C2D-70CF-58063BA01CB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457200" indent="-457200">
              <a:buChar char="•"/>
            </a:pPr>
            <a:r>
              <a:rPr lang="en-US"/>
              <a:t>We wanted to give ourselves a bit of a challenge</a:t>
            </a:r>
          </a:p>
          <a:p>
            <a:pPr marL="457200" indent="-457200">
              <a:buChar char="•"/>
            </a:pPr>
            <a:r>
              <a:rPr lang="en-US"/>
              <a:t>Wanted to make a game, but wasn't sure what</a:t>
            </a:r>
          </a:p>
          <a:p>
            <a:pPr marL="457200" indent="-457200">
              <a:buChar char="•"/>
            </a:pPr>
            <a:r>
              <a:rPr lang="en-US"/>
              <a:t>Interest for the game doodle jump, and wanted to replicate</a:t>
            </a:r>
          </a:p>
        </p:txBody>
      </p:sp>
    </p:spTree>
    <p:extLst>
      <p:ext uri="{BB962C8B-B14F-4D97-AF65-F5344CB8AC3E}">
        <p14:creationId xmlns:p14="http://schemas.microsoft.com/office/powerpoint/2010/main" val="98653733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3C6CB2-3642-FB2F-CE65-0C3678CBB29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60120" y="640080"/>
            <a:ext cx="10268712" cy="3227832"/>
          </a:xfrm>
        </p:spPr>
        <p:txBody>
          <a:bodyPr anchor="b">
            <a:normAutofit/>
          </a:bodyPr>
          <a:lstStyle/>
          <a:p>
            <a:endParaRPr lang="en-US"/>
          </a:p>
        </p:txBody>
      </p:sp>
      <p:sp>
        <p:nvSpPr>
          <p:cNvPr id="8" name="Subtitle 2">
            <a:extLst>
              <a:ext uri="{FF2B5EF4-FFF2-40B4-BE49-F238E27FC236}">
                <a16:creationId xmlns:a16="http://schemas.microsoft.com/office/drawing/2014/main" id="{17928A74-BA1D-D988-A8F0-35B5AFB1C62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769995" y="4602480"/>
            <a:ext cx="10268712" cy="1508760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Screenshots</a:t>
            </a:r>
          </a:p>
        </p:txBody>
      </p:sp>
      <p:pic>
        <p:nvPicPr>
          <p:cNvPr id="3" name="Picture 2" descr="A screenshot of a computer screen&#10;&#10;AI-generated content may be incorrect.">
            <a:extLst>
              <a:ext uri="{FF2B5EF4-FFF2-40B4-BE49-F238E27FC236}">
                <a16:creationId xmlns:a16="http://schemas.microsoft.com/office/drawing/2014/main" id="{9A05E4BA-A7D8-323E-4D0B-E344E9D8C59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96038" y="119063"/>
            <a:ext cx="5610225" cy="3590925"/>
          </a:xfrm>
          <a:prstGeom prst="rect">
            <a:avLst/>
          </a:prstGeom>
        </p:spPr>
      </p:pic>
      <p:pic>
        <p:nvPicPr>
          <p:cNvPr id="4" name="Picture 3" descr="A screenshot of a computer program&#10;&#10;AI-generated content may be incorrect.">
            <a:extLst>
              <a:ext uri="{FF2B5EF4-FFF2-40B4-BE49-F238E27FC236}">
                <a16:creationId xmlns:a16="http://schemas.microsoft.com/office/drawing/2014/main" id="{64B765E3-72F0-388A-95B3-E3D959E5686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7263" y="119063"/>
            <a:ext cx="3409950" cy="3600450"/>
          </a:xfrm>
          <a:prstGeom prst="rect">
            <a:avLst/>
          </a:prstGeom>
        </p:spPr>
      </p:pic>
      <p:pic>
        <p:nvPicPr>
          <p:cNvPr id="5" name="Picture 4" descr="A screen shot of a computer program&#10;&#10;AI-generated content may be incorrect.">
            <a:extLst>
              <a:ext uri="{FF2B5EF4-FFF2-40B4-BE49-F238E27FC236}">
                <a16:creationId xmlns:a16="http://schemas.microsoft.com/office/drawing/2014/main" id="{A33415D3-265E-A45A-F56C-94669FB8CD3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00513" y="2747963"/>
            <a:ext cx="2295525" cy="3705225"/>
          </a:xfrm>
          <a:prstGeom prst="rect">
            <a:avLst/>
          </a:prstGeom>
        </p:spPr>
      </p:pic>
      <p:pic>
        <p:nvPicPr>
          <p:cNvPr id="6" name="Picture 5" descr="A computer screen shot of a program&#10;&#10;AI-generated content may be incorrect.">
            <a:extLst>
              <a:ext uri="{FF2B5EF4-FFF2-40B4-BE49-F238E27FC236}">
                <a16:creationId xmlns:a16="http://schemas.microsoft.com/office/drawing/2014/main" id="{C3F0A428-B869-3BC1-AD33-EA5A2A975D9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-4762" y="3052763"/>
            <a:ext cx="3286125" cy="37052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822034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">
            <a:extLst>
              <a:ext uri="{FF2B5EF4-FFF2-40B4-BE49-F238E27FC236}">
                <a16:creationId xmlns:a16="http://schemas.microsoft.com/office/drawing/2014/main" id="{D0335C64-07BF-8208-FD1C-97CA78D81E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0120" y="317814"/>
            <a:ext cx="10268712" cy="1700784"/>
          </a:xfrm>
        </p:spPr>
        <p:txBody>
          <a:bodyPr anchor="ctr">
            <a:normAutofit/>
          </a:bodyPr>
          <a:lstStyle/>
          <a:p>
            <a:r>
              <a:rPr lang="en-US" dirty="0"/>
              <a:t>What went well</a:t>
            </a:r>
          </a:p>
        </p:txBody>
      </p: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958A707A-21DE-2FFC-86A7-6E94BE57F95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60120" y="2587752"/>
            <a:ext cx="10268712" cy="3593592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457200" indent="-457200">
              <a:buChar char="•"/>
            </a:pPr>
            <a:r>
              <a:rPr lang="en-US" dirty="0"/>
              <a:t>Coordination and planning</a:t>
            </a:r>
          </a:p>
          <a:p>
            <a:pPr marL="457200" indent="-457200">
              <a:buChar char="•"/>
            </a:pPr>
            <a:r>
              <a:rPr lang="en-US" dirty="0"/>
              <a:t>Smooth and clean coding</a:t>
            </a:r>
          </a:p>
          <a:p>
            <a:pPr marL="457200" indent="-457200">
              <a:buChar char="•"/>
            </a:pPr>
            <a:r>
              <a:rPr lang="en-US" dirty="0"/>
              <a:t>Well organized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5612473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708E36-30DB-BF46-FA08-9209F48B84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What we could improve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20EA36-8886-1337-2392-36CB11AD9BB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457200" indent="-457200">
              <a:buChar char="•"/>
            </a:pPr>
            <a:r>
              <a:rPr lang="en-US" dirty="0"/>
              <a:t>Work on understanding GitHub</a:t>
            </a:r>
          </a:p>
          <a:p>
            <a:pPr marL="731520" lvl="1">
              <a:buFont typeface="Courier New" panose="020B0604020202020204" pitchFamily="34" charset="0"/>
              <a:buChar char="o"/>
            </a:pPr>
            <a:r>
              <a:rPr lang="en-US"/>
              <a:t>Branch merging</a:t>
            </a:r>
          </a:p>
          <a:p>
            <a:pPr marL="731520" lvl="1">
              <a:buFont typeface="Courier New" panose="020B0604020202020204" pitchFamily="34" charset="0"/>
              <a:buChar char="o"/>
            </a:pPr>
            <a:endParaRPr lang="en-US" dirty="0"/>
          </a:p>
          <a:p>
            <a:pPr marL="731520" lvl="1">
              <a:buFont typeface="Courier New" panose="020B0604020202020204" pitchFamily="34" charset="0"/>
              <a:buChar char="o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0978793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AEB6E1-4254-166B-336F-D872C54D6C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DAE98B-456B-F378-4C9E-9A2701C1DEB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Thank you!</a:t>
            </a:r>
          </a:p>
        </p:txBody>
      </p:sp>
    </p:spTree>
    <p:extLst>
      <p:ext uri="{BB962C8B-B14F-4D97-AF65-F5344CB8AC3E}">
        <p14:creationId xmlns:p14="http://schemas.microsoft.com/office/powerpoint/2010/main" val="400448501"/>
      </p:ext>
    </p:extLst>
  </p:cSld>
  <p:clrMapOvr>
    <a:masterClrMapping/>
  </p:clrMapOvr>
</p:sld>
</file>

<file path=ppt/theme/theme1.xml><?xml version="1.0" encoding="utf-8"?>
<a:theme xmlns:a="http://schemas.openxmlformats.org/drawingml/2006/main" name="JuxtaposeVTI">
  <a:themeElements>
    <a:clrScheme name="JuxtaposeVTI">
      <a:dk1>
        <a:sysClr val="windowText" lastClr="000000"/>
      </a:dk1>
      <a:lt1>
        <a:sysClr val="window" lastClr="FFFFFF"/>
      </a:lt1>
      <a:dk2>
        <a:srgbClr val="3F3F3F"/>
      </a:dk2>
      <a:lt2>
        <a:srgbClr val="F8F7F5"/>
      </a:lt2>
      <a:accent1>
        <a:srgbClr val="F99700"/>
      </a:accent1>
      <a:accent2>
        <a:srgbClr val="00BAC7"/>
      </a:accent2>
      <a:accent3>
        <a:srgbClr val="FF5C21"/>
      </a:accent3>
      <a:accent4>
        <a:srgbClr val="6F7EFD"/>
      </a:accent4>
      <a:accent5>
        <a:srgbClr val="ACACAC"/>
      </a:accent5>
      <a:accent6>
        <a:srgbClr val="737373"/>
      </a:accent6>
      <a:hlink>
        <a:srgbClr val="0099FF"/>
      </a:hlink>
      <a:folHlink>
        <a:srgbClr val="868686"/>
      </a:folHlink>
    </a:clrScheme>
    <a:fontScheme name="JuxtaposeVTI">
      <a:majorFont>
        <a:latin typeface="Franklin Gothic Demi Cond" panose="020B0706030402020204"/>
        <a:ea typeface=""/>
        <a:cs typeface=""/>
      </a:majorFont>
      <a:minorFont>
        <a:latin typeface="Franklin Gothic Medium" panose="020B0603020102020204"/>
        <a:ea typeface=""/>
        <a:cs typeface=""/>
      </a:minorFont>
    </a:fontScheme>
    <a:fmtScheme name="JuxtaposeVTI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JuxtaposeVTI" id="{B0236716-CA63-41C1-B6AD-997AE15F064B}" vid="{0E0AE8FC-D493-434E-BDCC-ED5FFB2DAEE7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Application>Microsoft Office PowerPoint</Application>
  <PresentationFormat>Widescreen</PresentationFormat>
  <Slides>7</Slides>
  <Notes>0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8" baseType="lpstr">
      <vt:lpstr>JuxtaposeVTI</vt:lpstr>
      <vt:lpstr>Byte Jumper   O   /|\ / \</vt:lpstr>
      <vt:lpstr>Byte Jumper  </vt:lpstr>
      <vt:lpstr>Why we chose... </vt:lpstr>
      <vt:lpstr>PowerPoint Presentation</vt:lpstr>
      <vt:lpstr>What went well</vt:lpstr>
      <vt:lpstr>What we could improve</vt:lpstr>
      <vt:lpstr>Conclusion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revision>33</cp:revision>
  <dcterms:created xsi:type="dcterms:W3CDTF">2025-04-25T00:08:08Z</dcterms:created>
  <dcterms:modified xsi:type="dcterms:W3CDTF">2025-05-08T16:28:25Z</dcterms:modified>
</cp:coreProperties>
</file>